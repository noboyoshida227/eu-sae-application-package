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954ac9f63e4778" /><Relationship Type="http://schemas.openxmlformats.org/officeDocument/2006/relationships/extended-properties" Target="/docProps/app.xml" Id="R28f32eb678d141cd" /><Relationship Type="http://schemas.openxmlformats.org/officeDocument/2006/relationships/officeDocument" Target="/ppt/presentation.xml" Id="R3d0cc0fbb15f45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1b69c8bf64106"/>
  </p:sldMasterIdLst>
  <p:notesMasterIdLst>
    <p:notesMasterId xmlns:r="http://schemas.openxmlformats.org/officeDocument/2006/relationships" r:id="Rf1a2bfe09c414226"/>
  </p:notesMasterIdLst>
  <p:sldIdLst>
    <p:sldId xmlns:r="http://schemas.openxmlformats.org/officeDocument/2006/relationships" id="256" r:id="Rfcf8455137b84766"/>
    <p:sldId xmlns:r="http://schemas.openxmlformats.org/officeDocument/2006/relationships" id="257" r:id="R8664b79940194e22"/>
    <p:sldId xmlns:r="http://schemas.openxmlformats.org/officeDocument/2006/relationships" id="258" r:id="R9ca382fafbf7496f"/>
    <p:sldId xmlns:r="http://schemas.openxmlformats.org/officeDocument/2006/relationships" id="259" r:id="R037ab8bac56e49f2"/>
    <p:sldId xmlns:r="http://schemas.openxmlformats.org/officeDocument/2006/relationships" id="260" r:id="R25a4366ac6b94729"/>
    <p:sldId xmlns:r="http://schemas.openxmlformats.org/officeDocument/2006/relationships" id="261" r:id="R42232dc1588547a5"/>
    <p:sldId xmlns:r="http://schemas.openxmlformats.org/officeDocument/2006/relationships" id="262" r:id="R8c5cfbd5e0a144b7"/>
    <p:sldId xmlns:r="http://schemas.openxmlformats.org/officeDocument/2006/relationships" id="263" r:id="R99d47b5d213448b7"/>
    <p:sldId xmlns:r="http://schemas.openxmlformats.org/officeDocument/2006/relationships" id="264" r:id="Rc29cdf82e2fd45fa"/>
    <p:sldId xmlns:r="http://schemas.openxmlformats.org/officeDocument/2006/relationships" id="265" r:id="R70b71644c1a14eb9"/>
    <p:sldId xmlns:r="http://schemas.openxmlformats.org/officeDocument/2006/relationships" id="266" r:id="Rf048b210a83f42c0"/>
    <p:sldId xmlns:r="http://schemas.openxmlformats.org/officeDocument/2006/relationships" id="267" r:id="Racc4a2ff107c491a"/>
    <p:sldId xmlns:r="http://schemas.openxmlformats.org/officeDocument/2006/relationships" id="268" r:id="R95cd68e3fba446c6"/>
    <p:sldId xmlns:r="http://schemas.openxmlformats.org/officeDocument/2006/relationships" id="269" r:id="R3b756728ed6e4729"/>
    <p:sldId xmlns:r="http://schemas.openxmlformats.org/officeDocument/2006/relationships" id="270" r:id="R46d45a02a6424a00"/>
    <p:sldId xmlns:r="http://schemas.openxmlformats.org/officeDocument/2006/relationships" id="271" r:id="R315197544e204bc3"/>
    <p:sldId xmlns:r="http://schemas.openxmlformats.org/officeDocument/2006/relationships" id="272" r:id="R61f81623eedc485a"/>
    <p:sldId xmlns:r="http://schemas.openxmlformats.org/officeDocument/2006/relationships" id="273" r:id="Rbce6b873086f4be5"/>
    <p:sldId xmlns:r="http://schemas.openxmlformats.org/officeDocument/2006/relationships" id="274" r:id="Re1fbb67459b14e27"/>
    <p:sldId xmlns:r="http://schemas.openxmlformats.org/officeDocument/2006/relationships" id="275" r:id="Ra789b55be8604dcd"/>
    <p:sldId xmlns:r="http://schemas.openxmlformats.org/officeDocument/2006/relationships" id="276" r:id="R5ba6a26f96d445f9"/>
    <p:sldId xmlns:r="http://schemas.openxmlformats.org/officeDocument/2006/relationships" id="277" r:id="R9f1b3c8fa0c9410f"/>
    <p:sldId xmlns:r="http://schemas.openxmlformats.org/officeDocument/2006/relationships" id="278" r:id="Re3a94eac8bf342be"/>
    <p:sldId xmlns:r="http://schemas.openxmlformats.org/officeDocument/2006/relationships" id="279" r:id="R37755c3850ad48aa"/>
    <p:sldId xmlns:r="http://schemas.openxmlformats.org/officeDocument/2006/relationships" id="280" r:id="R0537572f1d2241ea"/>
    <p:sldId xmlns:r="http://schemas.openxmlformats.org/officeDocument/2006/relationships" id="281" r:id="Rcaddad43f9204de2"/>
    <p:sldId xmlns:r="http://schemas.openxmlformats.org/officeDocument/2006/relationships" id="282" r:id="R3614878fc87e4d51"/>
    <p:sldId xmlns:r="http://schemas.openxmlformats.org/officeDocument/2006/relationships" id="283" r:id="R19f448c22159423f"/>
    <p:sldId xmlns:r="http://schemas.openxmlformats.org/officeDocument/2006/relationships" id="284" r:id="R11e7ee25f0ce4af4"/>
    <p:sldId xmlns:r="http://schemas.openxmlformats.org/officeDocument/2006/relationships" id="285" r:id="R43bd7d885ad74e76"/>
    <p:sldId xmlns:r="http://schemas.openxmlformats.org/officeDocument/2006/relationships" id="286" r:id="Re5ca5a7969bb4b6a"/>
    <p:sldId xmlns:r="http://schemas.openxmlformats.org/officeDocument/2006/relationships" id="287" r:id="R4dc3f278029c49a3"/>
    <p:sldId xmlns:r="http://schemas.openxmlformats.org/officeDocument/2006/relationships" id="288" r:id="R6fbfbebad3cd4995"/>
    <p:sldId xmlns:r="http://schemas.openxmlformats.org/officeDocument/2006/relationships" id="289" r:id="R497d07e6c1664141"/>
    <p:sldId xmlns:r="http://schemas.openxmlformats.org/officeDocument/2006/relationships" id="290" r:id="R08df70ff3bfa4365"/>
    <p:sldId xmlns:r="http://schemas.openxmlformats.org/officeDocument/2006/relationships" id="291" r:id="R6afa57d8794f4e72"/>
    <p:sldId xmlns:r="http://schemas.openxmlformats.org/officeDocument/2006/relationships" id="292" r:id="Rb21285623d33447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6da1958ec94f9d" /><Relationship Type="http://schemas.openxmlformats.org/officeDocument/2006/relationships/slideMaster" Target="/ppt/slideMasters/slideMaster1.xml" Id="Ra761b69c8bf64106" /><Relationship Type="http://schemas.openxmlformats.org/officeDocument/2006/relationships/notesMaster" Target="/ppt/notesMasters/notesMaster1.xml" Id="Rf1a2bfe09c414226" /><Relationship Type="http://schemas.openxmlformats.org/officeDocument/2006/relationships/presProps" Target="/ppt/presProps.xml" Id="Rbd314331ea074d6c" /><Relationship Type="http://schemas.openxmlformats.org/officeDocument/2006/relationships/tableStyles" Target="/ppt/tableStyles.xml" Id="Raada09e883ef44cb" /><Relationship Type="http://schemas.openxmlformats.org/officeDocument/2006/relationships/slide" Target="/ppt/slides/slide1.xml" Id="Rfcf8455137b84766" /><Relationship Type="http://schemas.openxmlformats.org/officeDocument/2006/relationships/slide" Target="/ppt/slides/slide2.xml" Id="R8664b79940194e22" /><Relationship Type="http://schemas.openxmlformats.org/officeDocument/2006/relationships/slide" Target="/ppt/slides/slide3.xml" Id="R9ca382fafbf7496f" /><Relationship Type="http://schemas.openxmlformats.org/officeDocument/2006/relationships/slide" Target="/ppt/slides/slide4.xml" Id="R037ab8bac56e49f2" /><Relationship Type="http://schemas.openxmlformats.org/officeDocument/2006/relationships/slide" Target="/ppt/slides/slide5.xml" Id="R25a4366ac6b94729" /><Relationship Type="http://schemas.openxmlformats.org/officeDocument/2006/relationships/slide" Target="/ppt/slides/slide6.xml" Id="R42232dc1588547a5" /><Relationship Type="http://schemas.openxmlformats.org/officeDocument/2006/relationships/slide" Target="/ppt/slides/slide7.xml" Id="R8c5cfbd5e0a144b7" /><Relationship Type="http://schemas.openxmlformats.org/officeDocument/2006/relationships/slide" Target="/ppt/slides/slide8.xml" Id="R99d47b5d213448b7" /><Relationship Type="http://schemas.openxmlformats.org/officeDocument/2006/relationships/slide" Target="/ppt/slides/slide9.xml" Id="Rc29cdf82e2fd45fa" /><Relationship Type="http://schemas.openxmlformats.org/officeDocument/2006/relationships/slide" Target="/ppt/slides/slide10.xml" Id="R70b71644c1a14eb9" /><Relationship Type="http://schemas.openxmlformats.org/officeDocument/2006/relationships/slide" Target="/ppt/slides/slide11.xml" Id="Rf048b210a83f42c0" /><Relationship Type="http://schemas.openxmlformats.org/officeDocument/2006/relationships/slide" Target="/ppt/slides/slide12.xml" Id="Racc4a2ff107c491a" /><Relationship Type="http://schemas.openxmlformats.org/officeDocument/2006/relationships/slide" Target="/ppt/slides/slide13.xml" Id="R95cd68e3fba446c6" /><Relationship Type="http://schemas.openxmlformats.org/officeDocument/2006/relationships/slide" Target="/ppt/slides/slide14.xml" Id="R3b756728ed6e4729" /><Relationship Type="http://schemas.openxmlformats.org/officeDocument/2006/relationships/slide" Target="/ppt/slides/slide15.xml" Id="R46d45a02a6424a00" /><Relationship Type="http://schemas.openxmlformats.org/officeDocument/2006/relationships/slide" Target="/ppt/slides/slide16.xml" Id="R315197544e204bc3" /><Relationship Type="http://schemas.openxmlformats.org/officeDocument/2006/relationships/slide" Target="/ppt/slides/slide17.xml" Id="R61f81623eedc485a" /><Relationship Type="http://schemas.openxmlformats.org/officeDocument/2006/relationships/slide" Target="/ppt/slides/slide18.xml" Id="Rbce6b873086f4be5" /><Relationship Type="http://schemas.openxmlformats.org/officeDocument/2006/relationships/slide" Target="/ppt/slides/slide19.xml" Id="Re1fbb67459b14e27" /><Relationship Type="http://schemas.openxmlformats.org/officeDocument/2006/relationships/slide" Target="/ppt/slides/slide20.xml" Id="Ra789b55be8604dcd" /><Relationship Type="http://schemas.openxmlformats.org/officeDocument/2006/relationships/slide" Target="/ppt/slides/slide21.xml" Id="R5ba6a26f96d445f9" /><Relationship Type="http://schemas.openxmlformats.org/officeDocument/2006/relationships/slide" Target="/ppt/slides/slide22.xml" Id="R9f1b3c8fa0c9410f" /><Relationship Type="http://schemas.openxmlformats.org/officeDocument/2006/relationships/slide" Target="/ppt/slides/slide23.xml" Id="Re3a94eac8bf342be" /><Relationship Type="http://schemas.openxmlformats.org/officeDocument/2006/relationships/slide" Target="/ppt/slides/slide24.xml" Id="R37755c3850ad48aa" /><Relationship Type="http://schemas.openxmlformats.org/officeDocument/2006/relationships/slide" Target="/ppt/slides/slide25.xml" Id="R0537572f1d2241ea" /><Relationship Type="http://schemas.openxmlformats.org/officeDocument/2006/relationships/slide" Target="/ppt/slides/slide26.xml" Id="Rcaddad43f9204de2" /><Relationship Type="http://schemas.openxmlformats.org/officeDocument/2006/relationships/slide" Target="/ppt/slides/slide27.xml" Id="R3614878fc87e4d51" /><Relationship Type="http://schemas.openxmlformats.org/officeDocument/2006/relationships/slide" Target="/ppt/slides/slide28.xml" Id="R19f448c22159423f" /><Relationship Type="http://schemas.openxmlformats.org/officeDocument/2006/relationships/slide" Target="/ppt/slides/slide29.xml" Id="R11e7ee25f0ce4af4" /><Relationship Type="http://schemas.openxmlformats.org/officeDocument/2006/relationships/slide" Target="/ppt/slides/slide30.xml" Id="R43bd7d885ad74e76" /><Relationship Type="http://schemas.openxmlformats.org/officeDocument/2006/relationships/slide" Target="/ppt/slides/slide31.xml" Id="Re5ca5a7969bb4b6a" /><Relationship Type="http://schemas.openxmlformats.org/officeDocument/2006/relationships/slide" Target="/ppt/slides/slide32.xml" Id="R4dc3f278029c49a3" /><Relationship Type="http://schemas.openxmlformats.org/officeDocument/2006/relationships/slide" Target="/ppt/slides/slide33.xml" Id="R6fbfbebad3cd4995" /><Relationship Type="http://schemas.openxmlformats.org/officeDocument/2006/relationships/slide" Target="/ppt/slides/slide34.xml" Id="R497d07e6c1664141" /><Relationship Type="http://schemas.openxmlformats.org/officeDocument/2006/relationships/slide" Target="/ppt/slides/slide35.xml" Id="R08df70ff3bfa4365" /><Relationship Type="http://schemas.openxmlformats.org/officeDocument/2006/relationships/slide" Target="/ppt/slides/slide36.xml" Id="R6afa57d8794f4e72" /><Relationship Type="http://schemas.openxmlformats.org/officeDocument/2006/relationships/slide" Target="/ppt/slides/slide37.xml" Id="Rb21285623d3344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1675539f1048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d8d49395624f06" /><Relationship Type="http://schemas.openxmlformats.org/officeDocument/2006/relationships/notesMaster" Target="/ppt/notesMasters/notesMaster1.xml" Id="R266d414be8e84d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9cdf8c5dab4bc2" /><Relationship Type="http://schemas.openxmlformats.org/officeDocument/2006/relationships/notesMaster" Target="/ppt/notesMasters/notesMaster1.xml" Id="R49f54d8c108248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b6bc70763842a3" /><Relationship Type="http://schemas.openxmlformats.org/officeDocument/2006/relationships/notesMaster" Target="/ppt/notesMasters/notesMaster1.xml" Id="R91ce97cbb8d14f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542b641b114b59" /><Relationship Type="http://schemas.openxmlformats.org/officeDocument/2006/relationships/notesMaster" Target="/ppt/notesMasters/notesMaster1.xml" Id="R31f35656f5984e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87e6e0d70149b3" /><Relationship Type="http://schemas.openxmlformats.org/officeDocument/2006/relationships/notesMaster" Target="/ppt/notesMasters/notesMaster1.xml" Id="R126af61b7fc242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eaeb095efc4a61" /><Relationship Type="http://schemas.openxmlformats.org/officeDocument/2006/relationships/notesMaster" Target="/ppt/notesMasters/notesMaster1.xml" Id="R065443f1a74447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0da8711678478c" /><Relationship Type="http://schemas.openxmlformats.org/officeDocument/2006/relationships/notesMaster" Target="/ppt/notesMasters/notesMaster1.xml" Id="Rfc3f3e13a5ec40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f68f9c6d5541c0" /><Relationship Type="http://schemas.openxmlformats.org/officeDocument/2006/relationships/notesMaster" Target="/ppt/notesMasters/notesMaster1.xml" Id="R4f3291bc7f9843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548f3b8ba94b1f" /><Relationship Type="http://schemas.openxmlformats.org/officeDocument/2006/relationships/notesMaster" Target="/ppt/notesMasters/notesMaster1.xml" Id="R09fb940b2bac41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74322e87f34870" /><Relationship Type="http://schemas.openxmlformats.org/officeDocument/2006/relationships/notesMaster" Target="/ppt/notesMasters/notesMaster1.xml" Id="Rbed56e357a3645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a0010d9ef349db" /><Relationship Type="http://schemas.openxmlformats.org/officeDocument/2006/relationships/notesMaster" Target="/ppt/notesMasters/notesMaster1.xml" Id="R19f45f1a40234b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df95fd0a104980" /><Relationship Type="http://schemas.openxmlformats.org/officeDocument/2006/relationships/notesMaster" Target="/ppt/notesMasters/notesMaster1.xml" Id="Rfa4768b63bc94c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e20ba594114abc" /><Relationship Type="http://schemas.openxmlformats.org/officeDocument/2006/relationships/notesMaster" Target="/ppt/notesMasters/notesMaster1.xml" Id="R23496996c2c740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7764232f8f4b85" /><Relationship Type="http://schemas.openxmlformats.org/officeDocument/2006/relationships/notesMaster" Target="/ppt/notesMasters/notesMaster1.xml" Id="R2356bf43761d40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390a5f942ce4b17" /><Relationship Type="http://schemas.openxmlformats.org/officeDocument/2006/relationships/notesMaster" Target="/ppt/notesMasters/notesMaster1.xml" Id="Rc8f1d14c6c5f41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719cac504847ee" /><Relationship Type="http://schemas.openxmlformats.org/officeDocument/2006/relationships/notesMaster" Target="/ppt/notesMasters/notesMaster1.xml" Id="Rc8954860d3fe44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5b481f9572419c" /><Relationship Type="http://schemas.openxmlformats.org/officeDocument/2006/relationships/notesMaster" Target="/ppt/notesMasters/notesMaster1.xml" Id="R54eb96f2da8647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fb94799f124aac" /><Relationship Type="http://schemas.openxmlformats.org/officeDocument/2006/relationships/notesMaster" Target="/ppt/notesMasters/notesMaster1.xml" Id="Rdb502af6887e490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aa3b4057955458b" /><Relationship Type="http://schemas.openxmlformats.org/officeDocument/2006/relationships/notesMaster" Target="/ppt/notesMasters/notesMaster1.xml" Id="Rb47c26ae4f9a441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486b8b44a69420e" /><Relationship Type="http://schemas.openxmlformats.org/officeDocument/2006/relationships/notesMaster" Target="/ppt/notesMasters/notesMaster1.xml" Id="R56f78e37f4f248d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93cea25fec4ef6" /><Relationship Type="http://schemas.openxmlformats.org/officeDocument/2006/relationships/notesMaster" Target="/ppt/notesMasters/notesMaster1.xml" Id="R0cd40c520b10423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5885806049e4ad1" /><Relationship Type="http://schemas.openxmlformats.org/officeDocument/2006/relationships/notesMaster" Target="/ppt/notesMasters/notesMaster1.xml" Id="Rf4818f0652274f1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2a61ae9e7964dfe" /><Relationship Type="http://schemas.openxmlformats.org/officeDocument/2006/relationships/notesMaster" Target="/ppt/notesMasters/notesMaster1.xml" Id="R83cdabe661cd4fb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9d49c4aa3674ce1" /><Relationship Type="http://schemas.openxmlformats.org/officeDocument/2006/relationships/notesMaster" Target="/ppt/notesMasters/notesMaster1.xml" Id="Rc94021dc201c4e6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88b7a357b684a4c" /><Relationship Type="http://schemas.openxmlformats.org/officeDocument/2006/relationships/notesMaster" Target="/ppt/notesMasters/notesMaster1.xml" Id="Rc0c8aba08629433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e59c27339594d4e" /><Relationship Type="http://schemas.openxmlformats.org/officeDocument/2006/relationships/notesMaster" Target="/ppt/notesMasters/notesMaster1.xml" Id="R47fa641156a04de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2716aad270f421f" /><Relationship Type="http://schemas.openxmlformats.org/officeDocument/2006/relationships/notesMaster" Target="/ppt/notesMasters/notesMaster1.xml" Id="Rb50de696fd674b8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4c0796a4bbb444a" /><Relationship Type="http://schemas.openxmlformats.org/officeDocument/2006/relationships/notesMaster" Target="/ppt/notesMasters/notesMaster1.xml" Id="R3fbf6b6edc92442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48916bd8f164f8f" /><Relationship Type="http://schemas.openxmlformats.org/officeDocument/2006/relationships/notesMaster" Target="/ppt/notesMasters/notesMaster1.xml" Id="Ra90277c49228441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6c52e2ad65c4f4a" /><Relationship Type="http://schemas.openxmlformats.org/officeDocument/2006/relationships/notesMaster" Target="/ppt/notesMasters/notesMaster1.xml" Id="Rb3651282e4e94d5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0c2a86a2f484dd4" /><Relationship Type="http://schemas.openxmlformats.org/officeDocument/2006/relationships/notesMaster" Target="/ppt/notesMasters/notesMaster1.xml" Id="R0972857ad8364a6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ed1dff3e4fc457a" /><Relationship Type="http://schemas.openxmlformats.org/officeDocument/2006/relationships/notesMaster" Target="/ppt/notesMasters/notesMaster1.xml" Id="Rda13924357654fa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024f58242194866" /><Relationship Type="http://schemas.openxmlformats.org/officeDocument/2006/relationships/notesMaster" Target="/ppt/notesMasters/notesMaster1.xml" Id="Rf4cbc347497a4e6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9bffaab34c04399" /><Relationship Type="http://schemas.openxmlformats.org/officeDocument/2006/relationships/notesMaster" Target="/ppt/notesMasters/notesMaster1.xml" Id="R717e4a5d19d041e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2cb0946571d428e" /><Relationship Type="http://schemas.openxmlformats.org/officeDocument/2006/relationships/notesMaster" Target="/ppt/notesMasters/notesMaster1.xml" Id="R56fb5dee2ffa4ee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90449ec37194059" /><Relationship Type="http://schemas.openxmlformats.org/officeDocument/2006/relationships/notesMaster" Target="/ppt/notesMasters/notesMaster1.xml" Id="R2796958e1ae9482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233e3155e0247c6" /><Relationship Type="http://schemas.openxmlformats.org/officeDocument/2006/relationships/notesMaster" Target="/ppt/notesMasters/notesMaster1.xml" Id="R8e3e3a68379649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- https://posit.co/download/rstudio-desktop/
- https://quarto.org/docs/get-started/
- https://pandoc.org/installing.html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Start_Here/README.md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2e19312e04cc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d97fa524c34b86" /><Relationship Type="http://schemas.openxmlformats.org/officeDocument/2006/relationships/slideLayout" Target="/ppt/slideLayouts/slideLayout1.xml" Id="R6caf03ad9a494d8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76584A-2BBC-8ACE-5E41-9710F16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27600"/>
            <a:ext cx="9429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f03ad9a494d8f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cae5772d241c0" /><Relationship Type="http://schemas.openxmlformats.org/officeDocument/2006/relationships/image" Target="/ppt/media/image.png" Id="R88f0b1c8b1774d67" /><Relationship Type="http://schemas.openxmlformats.org/officeDocument/2006/relationships/image" Target="/ppt/media/image2.png" Id="R66023548903948e0" /><Relationship Type="http://schemas.openxmlformats.org/officeDocument/2006/relationships/image" Target="/ppt/media/image3.png" Id="Re86d0be45adc4b09" /><Relationship Type="http://schemas.openxmlformats.org/officeDocument/2006/relationships/image" Target="/ppt/media/image4.png" Id="Rc06fbf9a3b3a42e1" /><Relationship Type="http://schemas.openxmlformats.org/officeDocument/2006/relationships/image" Target="/ppt/media/image5.png" Id="Rb76dbb90e0814423" /><Relationship Type="http://schemas.openxmlformats.org/officeDocument/2006/relationships/notesSlide" Target="/ppt/notesSlides/notesSlide1.xml" Id="R080f3517b5d448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6462b0da64e4d" /><Relationship Type="http://schemas.openxmlformats.org/officeDocument/2006/relationships/image" Target="/ppt/media/image6.png" Id="Rdb25b324b0fb4547" /><Relationship Type="http://schemas.openxmlformats.org/officeDocument/2006/relationships/image" Target="/ppt/media/image7.png" Id="Racf10cf2fcb544d1" /><Relationship Type="http://schemas.openxmlformats.org/officeDocument/2006/relationships/image" Target="/ppt/media/image8.png" Id="R71a2019f97894dc3" /><Relationship Type="http://schemas.openxmlformats.org/officeDocument/2006/relationships/notesSlide" Target="/ppt/notesSlides/notesSlide2.xml" Id="Rf65da29ac70c4a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1482124f34386" /><Relationship Type="http://schemas.openxmlformats.org/officeDocument/2006/relationships/image" Target="/ppt/media/image9.png" Id="Rf71bae1d82bf4a87" /><Relationship Type="http://schemas.openxmlformats.org/officeDocument/2006/relationships/image" Target="/ppt/media/image7.png" Id="R120541030e9f4a71" /><Relationship Type="http://schemas.openxmlformats.org/officeDocument/2006/relationships/image" Target="/ppt/media/image10.png" Id="R6a9650e016a94624" /><Relationship Type="http://schemas.openxmlformats.org/officeDocument/2006/relationships/image" Target="/ppt/media/image11.png" Id="R2b8c05c503984125" /><Relationship Type="http://schemas.openxmlformats.org/officeDocument/2006/relationships/notesSlide" Target="/ppt/notesSlides/notesSlide3.xml" Id="Rce28f1c0ef4a4a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42a3dd713441f" /><Relationship Type="http://schemas.openxmlformats.org/officeDocument/2006/relationships/image" Target="/ppt/media/image7.png" Id="R33c7f1cc56a94883" /><Relationship Type="http://schemas.openxmlformats.org/officeDocument/2006/relationships/image" Target="/ppt/media/image10.png" Id="R1e53f78345044dd1" /><Relationship Type="http://schemas.openxmlformats.org/officeDocument/2006/relationships/image" Target="/ppt/media/image11.png" Id="R61d2620024bc44c3" /><Relationship Type="http://schemas.openxmlformats.org/officeDocument/2006/relationships/notesSlide" Target="/ppt/notesSlides/notesSlide4.xml" Id="Rae36ff2be90649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a687831204e6e" /><Relationship Type="http://schemas.openxmlformats.org/officeDocument/2006/relationships/image" Target="/ppt/media/image7.png" Id="R65ae01ed8e5243db" /><Relationship Type="http://schemas.openxmlformats.org/officeDocument/2006/relationships/image" Target="/ppt/media/image10.png" Id="R8de5566f2ee14242" /><Relationship Type="http://schemas.openxmlformats.org/officeDocument/2006/relationships/image" Target="/ppt/media/image11.png" Id="R66419866d4d44193" /><Relationship Type="http://schemas.openxmlformats.org/officeDocument/2006/relationships/notesSlide" Target="/ppt/notesSlides/notesSlide5.xml" Id="R70aff0c5e91247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30d2169344fe5" /><Relationship Type="http://schemas.openxmlformats.org/officeDocument/2006/relationships/image" Target="/ppt/media/image7.png" Id="R84f5616be90a463e" /><Relationship Type="http://schemas.openxmlformats.org/officeDocument/2006/relationships/image" Target="/ppt/media/image10.png" Id="R8bfa135d2f284cd6" /><Relationship Type="http://schemas.openxmlformats.org/officeDocument/2006/relationships/image" Target="/ppt/media/image11.png" Id="R9cfe2a20a6bb4c0a" /><Relationship Type="http://schemas.openxmlformats.org/officeDocument/2006/relationships/notesSlide" Target="/ppt/notesSlides/notesSlide6.xml" Id="R6998754f60c84b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497aaed94429c" /><Relationship Type="http://schemas.openxmlformats.org/officeDocument/2006/relationships/image" Target="/ppt/media/image7.png" Id="R9476a68ef47c4cb8" /><Relationship Type="http://schemas.openxmlformats.org/officeDocument/2006/relationships/image" Target="/ppt/media/image10.png" Id="R4a6ce1d82bf8422f" /><Relationship Type="http://schemas.openxmlformats.org/officeDocument/2006/relationships/image" Target="/ppt/media/image11.png" Id="R3f22ce40553f41c0" /><Relationship Type="http://schemas.openxmlformats.org/officeDocument/2006/relationships/notesSlide" Target="/ppt/notesSlides/notesSlide7.xml" Id="R308d5374719f41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7fa97f061441b" /><Relationship Type="http://schemas.openxmlformats.org/officeDocument/2006/relationships/image" Target="/ppt/media/image12.png" Id="R920bde52509a436c" /><Relationship Type="http://schemas.openxmlformats.org/officeDocument/2006/relationships/notesSlide" Target="/ppt/notesSlides/notesSlide8.xml" Id="R8c787a8e11a64d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d3ee4b720415e" /><Relationship Type="http://schemas.openxmlformats.org/officeDocument/2006/relationships/image" Target="/ppt/media/image.png" Id="R011542f7581f45ec" /><Relationship Type="http://schemas.openxmlformats.org/officeDocument/2006/relationships/image" Target="/ppt/media/image2.png" Id="Rc868493c28fc4331" /><Relationship Type="http://schemas.openxmlformats.org/officeDocument/2006/relationships/notesSlide" Target="/ppt/notesSlides/notesSlide9.xml" Id="R49a1402b644249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d48d07fa74c32" /><Relationship Type="http://schemas.openxmlformats.org/officeDocument/2006/relationships/image" Target="/ppt/media/image13.png" Id="R21a503aabb8942c5" /><Relationship Type="http://schemas.openxmlformats.org/officeDocument/2006/relationships/image" Target="/ppt/media/image6.png" Id="Rd76afdf104834643" /><Relationship Type="http://schemas.openxmlformats.org/officeDocument/2006/relationships/image" Target="/ppt/media/image14.png" Id="Rb85bc0e372af4050" /><Relationship Type="http://schemas.openxmlformats.org/officeDocument/2006/relationships/image" Target="/ppt/media/image15.png" Id="R4186170bf4ca4a1a" /><Relationship Type="http://schemas.openxmlformats.org/officeDocument/2006/relationships/notesSlide" Target="/ppt/notesSlides/notesSlide10.xml" Id="R7c73888a3b5943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b64e1427745f4" /><Relationship Type="http://schemas.openxmlformats.org/officeDocument/2006/relationships/image" Target="/ppt/media/image16.png" Id="R943e5efef10d4c2b" /><Relationship Type="http://schemas.openxmlformats.org/officeDocument/2006/relationships/notesSlide" Target="/ppt/notesSlides/notesSlide11.xml" Id="R815304f8677448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62d5bd28e4198" /><Relationship Type="http://schemas.openxmlformats.org/officeDocument/2006/relationships/notesSlide" Target="/ppt/notesSlides/notesSlide12.xml" Id="R879faecb0d4146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21e2285794c77" /><Relationship Type="http://schemas.openxmlformats.org/officeDocument/2006/relationships/notesSlide" Target="/ppt/notesSlides/notesSlide13.xml" Id="Rcdd6a393e0754b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7e249eaa8409f" /><Relationship Type="http://schemas.openxmlformats.org/officeDocument/2006/relationships/image" Target="/ppt/media/image17.png" Id="R0ac52503ae3044e6" /><Relationship Type="http://schemas.openxmlformats.org/officeDocument/2006/relationships/image" Target="/ppt/media/image4.png" Id="R4b197bfc7049473d" /><Relationship Type="http://schemas.openxmlformats.org/officeDocument/2006/relationships/image" Target="/ppt/media/image18.png" Id="R5c1ff3e803974725" /><Relationship Type="http://schemas.openxmlformats.org/officeDocument/2006/relationships/notesSlide" Target="/ppt/notesSlides/notesSlide14.xml" Id="R4aec4f70ef0f4e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b62a5b59741a3" /><Relationship Type="http://schemas.openxmlformats.org/officeDocument/2006/relationships/image" Target="/ppt/media/image.png" Id="R8c874c37baa24ac9" /><Relationship Type="http://schemas.openxmlformats.org/officeDocument/2006/relationships/image" Target="/ppt/media/image2.png" Id="R2ebe0a3cfc1e4133" /><Relationship Type="http://schemas.openxmlformats.org/officeDocument/2006/relationships/notesSlide" Target="/ppt/notesSlides/notesSlide15.xml" Id="R0fc9a24976924b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10559ec89401e" /><Relationship Type="http://schemas.openxmlformats.org/officeDocument/2006/relationships/image" Target="/ppt/media/image19.png" Id="Rec56ea0ef868421e" /><Relationship Type="http://schemas.openxmlformats.org/officeDocument/2006/relationships/notesSlide" Target="/ppt/notesSlides/notesSlide16.xml" Id="R6f0d3e3576b545c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a4c64d4e04502" /><Relationship Type="http://schemas.openxmlformats.org/officeDocument/2006/relationships/image" Target="/ppt/media/image.jpeg" Id="Ra29115f723124f7a" /><Relationship Type="http://schemas.openxmlformats.org/officeDocument/2006/relationships/notesSlide" Target="/ppt/notesSlides/notesSlide17.xml" Id="R8c226db72a3e454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bde9e591f4b5b" /><Relationship Type="http://schemas.openxmlformats.org/officeDocument/2006/relationships/image" Target="/ppt/media/image2.jpeg" Id="R45ee6e34a4554b66" /><Relationship Type="http://schemas.openxmlformats.org/officeDocument/2006/relationships/image" Target="/ppt/media/image3.jpeg" Id="R1e768b2e349f4dd9" /><Relationship Type="http://schemas.openxmlformats.org/officeDocument/2006/relationships/image" Target="/ppt/media/image4.jpeg" Id="Rc44a76cd156740ba" /><Relationship Type="http://schemas.openxmlformats.org/officeDocument/2006/relationships/notesSlide" Target="/ppt/notesSlides/notesSlide18.xml" Id="R2bd1965bcad64bf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bac30751b43d7" /><Relationship Type="http://schemas.openxmlformats.org/officeDocument/2006/relationships/image" Target="/ppt/media/image5.jpeg" Id="R01237b16374d4204" /><Relationship Type="http://schemas.openxmlformats.org/officeDocument/2006/relationships/notesSlide" Target="/ppt/notesSlides/notesSlide19.xml" Id="Re91e1ddb0b90484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a2f955dd34d1b" /><Relationship Type="http://schemas.openxmlformats.org/officeDocument/2006/relationships/image" Target="/ppt/media/image6.jpeg" Id="Rc6e3049e9be248b2" /><Relationship Type="http://schemas.openxmlformats.org/officeDocument/2006/relationships/notesSlide" Target="/ppt/notesSlides/notesSlide20.xml" Id="R0972fe4d9c35447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371d47dcf44cf" /><Relationship Type="http://schemas.openxmlformats.org/officeDocument/2006/relationships/image" Target="/ppt/media/image7.jpeg" Id="R921b038f3a13449a" /><Relationship Type="http://schemas.openxmlformats.org/officeDocument/2006/relationships/notesSlide" Target="/ppt/notesSlides/notesSlide21.xml" Id="R6d25d16f894f43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6cdd1f9064620" /><Relationship Type="http://schemas.openxmlformats.org/officeDocument/2006/relationships/image" Target="/ppt/media/image16.png" Id="Reb12a5d952854246" /><Relationship Type="http://schemas.openxmlformats.org/officeDocument/2006/relationships/image" Target="/ppt/media/image8.jpeg" Id="R6eae0a9288f7429d" /><Relationship Type="http://schemas.openxmlformats.org/officeDocument/2006/relationships/notesSlide" Target="/ppt/notesSlides/notesSlide22.xml" Id="R463ceeccad864e3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ab0a515d142df" /><Relationship Type="http://schemas.openxmlformats.org/officeDocument/2006/relationships/image" Target="/ppt/media/image20.png" Id="R9ea3300fae7d4a4e" /><Relationship Type="http://schemas.openxmlformats.org/officeDocument/2006/relationships/image" Target="/ppt/media/image9.jpeg" Id="Rff79a88ffb994c54" /><Relationship Type="http://schemas.openxmlformats.org/officeDocument/2006/relationships/notesSlide" Target="/ppt/notesSlides/notesSlide23.xml" Id="R03ad18e823e34f4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9f81ad0da47f2" /><Relationship Type="http://schemas.openxmlformats.org/officeDocument/2006/relationships/image" Target="/ppt/media/image7.png" Id="Rd90723eddf32487f" /><Relationship Type="http://schemas.openxmlformats.org/officeDocument/2006/relationships/image" Target="/ppt/media/image10.png" Id="R8d14f15b9697412a" /><Relationship Type="http://schemas.openxmlformats.org/officeDocument/2006/relationships/image" Target="/ppt/media/image11.png" Id="R0c2b089369e64554" /><Relationship Type="http://schemas.openxmlformats.org/officeDocument/2006/relationships/notesSlide" Target="/ppt/notesSlides/notesSlide24.xml" Id="Rf54345a016414ed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f000f7d7a4fb1" /><Relationship Type="http://schemas.openxmlformats.org/officeDocument/2006/relationships/notesSlide" Target="/ppt/notesSlides/notesSlide25.xml" Id="R67a542e17e7a427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01cb2b654419a" /><Relationship Type="http://schemas.openxmlformats.org/officeDocument/2006/relationships/image" Target="/ppt/media/image21.png" Id="Ra520599922564bab" /><Relationship Type="http://schemas.openxmlformats.org/officeDocument/2006/relationships/image" Target="/ppt/media/image22.png" Id="R609234d8e4534f6c" /><Relationship Type="http://schemas.openxmlformats.org/officeDocument/2006/relationships/notesSlide" Target="/ppt/notesSlides/notesSlide26.xml" Id="Raaa1e564a612433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8a53dfc3d4939" /><Relationship Type="http://schemas.openxmlformats.org/officeDocument/2006/relationships/image" Target="/ppt/media/image23.png" Id="Rcbd7ad5e4ba44ac3" /><Relationship Type="http://schemas.openxmlformats.org/officeDocument/2006/relationships/image" Target="/ppt/media/image24.png" Id="Rbc9c24d57236457e" /><Relationship Type="http://schemas.openxmlformats.org/officeDocument/2006/relationships/notesSlide" Target="/ppt/notesSlides/notesSlide27.xml" Id="Rc0c67f7d765543e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78626f55d4b23" /><Relationship Type="http://schemas.openxmlformats.org/officeDocument/2006/relationships/notesSlide" Target="/ppt/notesSlides/notesSlide28.xml" Id="Rc5a605ca761a453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86cc3c5124f8f" /><Relationship Type="http://schemas.openxmlformats.org/officeDocument/2006/relationships/image" Target="/ppt/media/image14.png" Id="R103710e4805f414e" /><Relationship Type="http://schemas.openxmlformats.org/officeDocument/2006/relationships/image" Target="/ppt/media/image15.png" Id="Rb049e60c5c534e16" /><Relationship Type="http://schemas.openxmlformats.org/officeDocument/2006/relationships/image" Target="/ppt/media/image25.png" Id="Rc07c1f80dc56481b" /><Relationship Type="http://schemas.openxmlformats.org/officeDocument/2006/relationships/image" Target="/ppt/media/image20.png" Id="R335a6b3d04b74879" /><Relationship Type="http://schemas.openxmlformats.org/officeDocument/2006/relationships/notesSlide" Target="/ppt/notesSlides/notesSlide29.xml" Id="R854559831e8a4c4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51f45a27f4948" /><Relationship Type="http://schemas.openxmlformats.org/officeDocument/2006/relationships/image" Target="/ppt/media/image.png" Id="R71efa7f874be4686" /><Relationship Type="http://schemas.openxmlformats.org/officeDocument/2006/relationships/image" Target="/ppt/media/image2.png" Id="R3d92ee9b0cb94477" /><Relationship Type="http://schemas.openxmlformats.org/officeDocument/2006/relationships/notesSlide" Target="/ppt/notesSlides/notesSlide30.xml" Id="R7c115749778a4b9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3f095a65c4f42" /><Relationship Type="http://schemas.openxmlformats.org/officeDocument/2006/relationships/image" Target="/ppt/media/image7.png" Id="Rd77d8f7ad3344582" /><Relationship Type="http://schemas.openxmlformats.org/officeDocument/2006/relationships/image" Target="/ppt/media/image26.png" Id="R3e6bcfe6e3064359" /><Relationship Type="http://schemas.openxmlformats.org/officeDocument/2006/relationships/image" Target="/ppt/media/image14.png" Id="Raafc8612571f4fd1" /><Relationship Type="http://schemas.openxmlformats.org/officeDocument/2006/relationships/image" Target="/ppt/media/image27.png" Id="R270cd8e302ad4ee1" /><Relationship Type="http://schemas.openxmlformats.org/officeDocument/2006/relationships/notesSlide" Target="/ppt/notesSlides/notesSlide31.xml" Id="R2951cde063b74fc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d21d952534e55" /><Relationship Type="http://schemas.openxmlformats.org/officeDocument/2006/relationships/image" Target="/ppt/media/image5.png" Id="R0af96051ed024b94" /><Relationship Type="http://schemas.openxmlformats.org/officeDocument/2006/relationships/notesSlide" Target="/ppt/notesSlides/notesSlide32.xml" Id="Rfc5f5f40689a4ee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457b6bf624448" /><Relationship Type="http://schemas.openxmlformats.org/officeDocument/2006/relationships/image" Target="/ppt/media/image5.png" Id="Rcd03625b384e4d7f" /><Relationship Type="http://schemas.openxmlformats.org/officeDocument/2006/relationships/notesSlide" Target="/ppt/notesSlides/notesSlide33.xml" Id="R13e912eaa6704ff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988e1557c4061" /><Relationship Type="http://schemas.openxmlformats.org/officeDocument/2006/relationships/image" Target="/ppt/media/image27.png" Id="Rddadaaf9926047e3" /><Relationship Type="http://schemas.openxmlformats.org/officeDocument/2006/relationships/notesSlide" Target="/ppt/notesSlides/notesSlide34.xml" Id="R52079827851644f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332a1a08f4abd" /><Relationship Type="http://schemas.openxmlformats.org/officeDocument/2006/relationships/notesSlide" Target="/ppt/notesSlides/notesSlide35.xml" Id="R6104391cb47f4c1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f95875a5b41f1" /><Relationship Type="http://schemas.openxmlformats.org/officeDocument/2006/relationships/image" Target="/ppt/media/image28.png" Id="Rd5c58d1e30124ba2" /><Relationship Type="http://schemas.openxmlformats.org/officeDocument/2006/relationships/image" Target="/ppt/media/image24.png" Id="R83c0bd7604174be0" /><Relationship Type="http://schemas.openxmlformats.org/officeDocument/2006/relationships/notesSlide" Target="/ppt/notesSlides/notesSlide36.xml" Id="R5f5ca234302942c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56b5d91e34ba3" /><Relationship Type="http://schemas.openxmlformats.org/officeDocument/2006/relationships/image" Target="/ppt/media/image.png" Id="Rbd286a9eb5c64694" /><Relationship Type="http://schemas.openxmlformats.org/officeDocument/2006/relationships/image" Target="/ppt/media/image29.png" Id="R87d2208d85344ef1" /><Relationship Type="http://schemas.openxmlformats.org/officeDocument/2006/relationships/image" Target="/ppt/media/image30.png" Id="R34b827c015da4665" /><Relationship Type="http://schemas.openxmlformats.org/officeDocument/2006/relationships/image" Target="/ppt/media/image5.png" Id="R384f95c6b0c44434" /><Relationship Type="http://schemas.openxmlformats.org/officeDocument/2006/relationships/notesSlide" Target="/ppt/notesSlides/notesSlide37.xml" Id="R59692f7e4e194e60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f0b1c8b1774d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235489039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685800"/>
            <a:ext cx="3291840" cy="31272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WIZARD &amp;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d0be45adc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package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fbf9a3b3a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Start_Here to choose a launcher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dbb90e081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63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  ·  World Bank Group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5b324b0fb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obtain the history-free 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 from the authorized release manager.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10cf2fcb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wizard or the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2019f97894d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an approved provider or gateway only after acknowledging the external transfer; then enter a key.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application?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interfaces over one analysis engine, both guiding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Two entry points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 launchers: open Start_Here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bae1d82bf4a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541030e9f4a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650e016a9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c05c50398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7f1cc56a9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3f7834504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2620024bc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- wizard Step 4 (Models), or the dashboard sidebar.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e01ed8e5243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5566f2ee14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19866d4d4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5616be90a46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Accepted formats: RDS/RData, CSV/TSV/TXT/DAT, Stata, SPSS, SAS, Parquet/Feather,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a135d2f284c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Accepted formats: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2a20a6bb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valid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formats are very flexible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Each input accepts many common formats — the app reads them automatically.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Household data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6a68ef47c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RDS/RData, CSV, TSV, TXT, DAT, Stata, SPSS, SAS, Parquet, Feather, and Excel — person or household microdata in whichever you already have.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 covariates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ce1d82bf8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same table formats as the survey: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GEOMETRY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Boundaries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2ce40553f41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GIS format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ESRI shapefile .zip (with valid .shp/.shx/.dbf), RDS/RData, GeoPackage (.gpkg), GeoJSON/JSON, KML, and GML.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 INPUTS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package and prepare approved local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readiness diagnostics only - wizard Step 6, or the dashboard sidebar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de52509a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1542f7581f45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8493c28fc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9 / 37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4.2+, one Pandoc provider, and the app; AI is optional.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503aabb89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- approved versions work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afdf10483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the authorized release manager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Authorized release manager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c0e372af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6170bf4ca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generation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of: RStudio, Quarto, or Pandoc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one free option is enough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 4.2+ using your approved version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absolute latest R release is not required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e5efef10d4c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4.2+ powers the dashboard. Use the newest version your organization approves; the absolute latest R release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the archive from the authorized release manager. Do not use an automatic GitHub source archive.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location. The extracted folder name may include the release tag.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EU_SAE_wizard_5.2.0-rc.6-wizard.3-pointwise. Windows launchers are in Start_Here. The package includes apps, scripts, tests and docs. Examples: Data/simulated/ and Data/Spain/.</a:t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EU_SAE_wizard_5.2.0-rc.6-wizard.3-pointwise/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 + Start_Here/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 + scripts/ + tests/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 (empty)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docs/ +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LICENSE + NOTICE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release_manifest.csv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either launcher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gt, xml2, zip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Windows: double-click a .bat launcher. macOS: double-click a .command launcher. Linux: run the .command launcher with bash. Ports start at 7788 for the wizard and 7777 for the dashboard.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Windows: *.bat  ·  macOS: *.command  ·  Linux: bash *.command  (in Start_Here)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52503ae30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app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7bfc7049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ff3e80397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the DOCX guideline note, this slide deck, sidebar Resources,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c874c37baa24ac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0a3cfc1e4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wizard,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by step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Six steps from data to run. The classic dashboard offers the same controls in one sidebar.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15 / 37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in both interfaces. Click Get Started to reveal the workspace.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6ea0ef868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Wizard: six steps on a clickable breadcrumb  ·  Dashboard: one sidebar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- input validation (wizard: inside Step 6)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 (wizard: inside Step 6)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- progress, run folder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wizard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one of the six steps shares this layout. Step 1 shown.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115f72312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47088"/>
            <a:ext cx="5669280" cy="2572436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312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you are, and what is still outstanding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374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Guidance banner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662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what this step is for, in one line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724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Form column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012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inputs; help panels sit to the right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075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Back / Next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63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move freely - nothing is locked</a:t>
            </a:r>
          </a:p>
        </p:txBody>
      </p:sp>
    </p:spTree>
    <p:extLst>
      <p:ext uri="{BB962C8B-B14F-4D97-AF65-F5344CB8AC3E}">
        <p14:creationId xmlns:p14="http://schemas.microsoft.com/office/powerpoint/2010/main" val="16925273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things to watch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parts of the screen that tell you whether the run will work.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47088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 - green is complete, amber has an outstanding item, blue is the current step. Clickable.</a:t>
            </a:r>
          </a:p>
        </p:txBody>
      </p:sp>
      <p:pic>
        <p:nvPicPr>
          <p:cNvPr id="41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e6e34a4554b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084832"/>
            <a:ext cx="6309360" cy="25237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8374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Validation - green confirms the step is satisfied; red lists what to check. Both can appear together.</a:t>
            </a:r>
          </a:p>
        </p:txBody>
      </p:sp>
      <p:pic>
        <p:nvPicPr>
          <p:cNvPr id="43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8b2e349f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776118"/>
            <a:ext cx="6309360" cy="611219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88505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Navigation - Next stays available on an incomplete step. Only the run control in Step 6 is gated.</a:t>
            </a:r>
          </a:p>
        </p:txBody>
      </p:sp>
      <p:pic>
        <p:nvPicPr>
          <p:cNvPr id="4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a76cd1567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826249"/>
            <a:ext cx="6309360" cy="2918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969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1 — DATA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Data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settings first, then the input files.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37b16374d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2651760" cy="2593965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2024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years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0312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two, comma-separated — each year is estimated, then the change is tested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8716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Country or territory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7004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appears in the report and analysis-brief headers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5409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and run label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3697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123 reproduces the run; the label names the archive folder under app_runs/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Below the settings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0390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Browse to the survey, auxiliary and geometry files; a population file is optional</a:t>
            </a:r>
          </a:p>
        </p:txBody>
      </p:sp>
    </p:spTree>
    <p:extLst>
      <p:ext uri="{BB962C8B-B14F-4D97-AF65-F5344CB8AC3E}">
        <p14:creationId xmlns:p14="http://schemas.microsoft.com/office/powerpoint/2010/main" val="126406548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2 — MAPPING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Variable mapping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Tell the app which column holds which variable.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3049e9be2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238719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914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Left: survey columns. Right: the join keys — the auxiliary and shapefile domain fields must hold the same domain IDs as the survey. A red field means the typed name is not in the selected dataset.</a:t>
            </a:r>
          </a:p>
        </p:txBody>
      </p:sp>
    </p:spTree>
    <p:extLst>
      <p:ext uri="{BB962C8B-B14F-4D97-AF65-F5344CB8AC3E}">
        <p14:creationId xmlns:p14="http://schemas.microsoft.com/office/powerpoint/2010/main" val="10693410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3 — INDICATOR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Indicator definition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what is being modelled; the help panel updates with each choice.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038f3a1344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1931457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33409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Poverty (FGT) needs a welfare variable and a poverty line — a column in the data or a numeric value — and produces FGT(0) headcount, FGT(1) gap or FGT(2) severity. Mean welfare models the weighted mean directly and hides the poverty-line inputs.</a:t>
            </a:r>
          </a:p>
        </p:txBody>
      </p:sp>
    </p:spTree>
    <p:extLst>
      <p:ext uri="{BB962C8B-B14F-4D97-AF65-F5344CB8AC3E}">
        <p14:creationId xmlns:p14="http://schemas.microsoft.com/office/powerpoint/2010/main" val="1303606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5394960" cy="2468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2a5d95285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Keep LASSO off for replication; turn it on only to screen large candidate sets.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e0a9288f7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0" y="1828800"/>
            <a:ext cx="2606040" cy="2231024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114688"/>
            <a:ext cx="2606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600200"/>
          <a:ext xmlns:a="http://schemas.openxmlformats.org/drawingml/2006/main" cx="5394960" cy="2681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is exported and reported.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3300fae7d4a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default. MFH3 falls back to MFH2 on error or non-convergence, and is kept only if its variance test supports it. MFH1 is a manual sensitivity option.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9a88ffb994c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0" y="1828800"/>
            <a:ext cx="2377440" cy="2377440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61104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 (MFH-specific controls)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If a boundary fit cannot be benchmarked, the report states why and continues with unbenchmarked estimates.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723eddf32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Benchmarking level control and optional target database then appear.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4f15b9697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selected by mistake, click Clear selected file.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b089369e6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National to match the population-weighted domain estimates to the direct national target. Choose Grouped, then map region, NUTS2, or another higher-level survey variable.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5 — 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5 — AI Assistant (optional)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Off by default. Nothing is sent anywhere unless you opt in here.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controls before any key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enable the assistant AND acknowledge the external transfer; only then paste an approved provider or gateway key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text comes back in the language you pick — 25 options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it lands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labelled blocks in both HTML and Word reports; status is saved in outputs/data/ai_interpretations.rds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Keys and providers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 Part 03 of this guide; keys are never stored on disk</a:t>
            </a:r>
          </a:p>
        </p:txBody>
      </p:sp>
    </p:spTree>
    <p:extLst>
      <p:ext uri="{BB962C8B-B14F-4D97-AF65-F5344CB8AC3E}">
        <p14:creationId xmlns:p14="http://schemas.microsoft.com/office/powerpoint/2010/main" val="18649679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Wizard Step 6  ·  Dashboard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059992256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234d8e4534f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the selected steps, writes current files to outputs/, and saves an archived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37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selected survey file (RDS/CSV/DAT/Stata/SPSS/SAS/Parquet/Excel)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c24d57236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choose ESRI .zip (valid .shp/.shx/.dbf), .rds, .gpkg, or GeoJSON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Means, SEs, correlation for selected years.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Domain/key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Checks domain/year keys and geometry domains across all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OUTPUTS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 + .docx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Same results in both formats. Word text/tables are editable; figures are images. AI blocks retain review labels.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 and diagnostics, plus signed-change and CI-width comparison plots (.png).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c1f80dc56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Direct, FH, and MFH estimates with domain names, population, poverty line, MSE, RMSE, CV, and benchmark columns when enabled.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Workbooks include EU_SAE_results.xlsx and change_estimate_comparison.xlsx; models and AI metadata are retained.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readiness checks, LASSO/stepwise diagnostics, model-fit statistics, Shapiro tests, and significance results.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a6b3d04b7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Save a separate Word copy before editing. Keep outputs/data/ for Excel links; later runs replace current outputs.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efa7f874be46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2ee9b0cb9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Acknowledge the external transfer first; use only an approved provider or gateway, then enter a key.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30 / 37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in both HTML and Word reports,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d8f7ad334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bcfe6e306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c8612571f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cd8e302ad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No microdata is sent. Prompts carry aggregate estimates, uncertainty, diagnostics and counts; geographic identifiers are removed from the ranked and extreme-change tables. Every AI block requires documented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96051ed02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625b384e4d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interpretations appear in both HTML and Word reports. No microdata is sent; geographic IDs are removed from prompt tables.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and acknowledge the external transfer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controls are required before key entry.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Enter an approved provider or gateway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daaf99260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58d1e30124b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the launcher you used.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for each file. Survey/auxiliary: RDS/RData, CSV/TSV/TXT/DAT, Stata/SPSS/SAS, Parquet/Feather, Excel. Geometry: ESRI .zip, RDS, GPKG, GeoJSON.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or Word file missing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the run log, Pandoc, xml2 and zip; fix and regenerate. Word failure leaves HTML intact.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again, or reduce the year range. Check the Status tab for the provider error summary.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readiness error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valid, non-empty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286a9eb5c6469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2208d8534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the authorized release manager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827c015da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f95c6b0c4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before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Then enter an approved key or gateway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nyoshida@worldbank.org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2026-09-01T22:04:09.2800000Z</dcterms:created>
  <dcterms:modified xsi:type="dcterms:W3CDTF">2026-09-01T22:04:09.2800000Z</dcterms:modified>
</coreProperties>
</file>